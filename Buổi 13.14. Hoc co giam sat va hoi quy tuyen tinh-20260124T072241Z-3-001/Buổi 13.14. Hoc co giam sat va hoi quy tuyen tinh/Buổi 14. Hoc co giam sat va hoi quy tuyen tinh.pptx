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0" r:id="rId6"/>
    <p:sldId id="282" r:id="rId7"/>
    <p:sldId id="281" r:id="rId8"/>
    <p:sldId id="274" r:id="rId9"/>
    <p:sldId id="270" r:id="rId10"/>
    <p:sldId id="278" r:id="rId11"/>
    <p:sldId id="279" r:id="rId12"/>
    <p:sldId id="277" r:id="rId13"/>
    <p:sldId id="275" r:id="rId14"/>
    <p:sldId id="276" r:id="rId15"/>
    <p:sldId id="272" r:id="rId16"/>
  </p:sldIdLst>
  <p:sldSz cx="9144000" cy="6858000" type="screen4x3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ee0ad700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g20ee0ad70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157ca318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g24157ca31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5" name="Google Shape;2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0ee0ad7006_1_0" descr="Logo&#10;&#10;Description automatically generated with medium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710635" y="1809406"/>
            <a:ext cx="653166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vi-VN" sz="2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 trình Auto Trading</a:t>
            </a:r>
            <a:endParaRPr lang="en-US" altLang="vi-VN" sz="28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781301" y="3025123"/>
            <a:ext cx="6191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Chủ đề: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Học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có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giám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sát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và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hồi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quy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tuyến</a:t>
            </a:r>
            <a:r>
              <a:rPr lang="en-US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tính</a:t>
            </a:r>
            <a:endParaRPr sz="2800" b="1" i="1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482525" y="4841000"/>
            <a:ext cx="3490200" cy="73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0" i="1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GV.</a:t>
            </a:r>
            <a:r>
              <a:rPr lang="vi-VN" sz="2800" i="1" dirty="0">
                <a:solidFill>
                  <a:schemeClr val="dk1"/>
                </a:solidFill>
              </a:rPr>
              <a:t>Đặng Trí </a:t>
            </a:r>
            <a:r>
              <a:rPr lang="vi-VN" sz="2800" i="1" dirty="0" smtClean="0">
                <a:solidFill>
                  <a:schemeClr val="dk1"/>
                </a:solidFill>
              </a:rPr>
              <a:t>Thanh</a:t>
            </a:r>
            <a:endParaRPr lang="en-US" sz="2800" i="1" dirty="0" smtClean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Đặt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câu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hỏi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Chúng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ta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có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như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sau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: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ML, Momentum, RSI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để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làm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sao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thực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thi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ML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này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tự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động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23" y="2484529"/>
            <a:ext cx="4237876" cy="20689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392" y="4159825"/>
            <a:ext cx="4078615" cy="2013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Nội dung </a:t>
            </a:r>
            <a:r>
              <a:rPr lang="vi-VN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chính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378690" y="505388"/>
            <a:ext cx="8405091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4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Quy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ước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code</a:t>
            </a:r>
            <a:endParaRPr lang="en-US" sz="24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.1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chiến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lược</a:t>
            </a:r>
            <a:endParaRPr lang="en-US" sz="24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.2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đẩy</a:t>
            </a:r>
            <a:r>
              <a:rPr lang="en-US" sz="2400" b="1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qua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redis</a:t>
            </a:r>
            <a:endParaRPr lang="en-US" sz="24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.3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xây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dựng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auto OG</a:t>
            </a:r>
            <a:endParaRPr lang="en-US" sz="2400" b="1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.4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xây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dựng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auto OF</a:t>
            </a:r>
            <a:endParaRPr lang="en-US" sz="2400" b="1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.5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backtest</a:t>
            </a:r>
            <a:endParaRPr lang="en-US" sz="24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.6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monitor</a:t>
            </a:r>
            <a:endParaRPr lang="en-US" sz="24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445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.7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quản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lý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rủi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ro</a:t>
            </a:r>
            <a:endParaRPr sz="2400" i="0" u="none" strike="noStrike" cap="none" dirty="0" smtClean="0">
              <a:solidFill>
                <a:schemeClr val="tx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 smtClean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Nội dung </a:t>
            </a:r>
            <a:r>
              <a:rPr lang="vi-VN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chính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378690" y="505388"/>
            <a:ext cx="8405091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400" i="0" u="none" strike="noStrike" cap="none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Học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có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giám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sát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hồi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quy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tuyến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tính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đa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biến</a:t>
            </a:r>
            <a:endParaRPr lang="en-US" sz="24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Tổ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chức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code: module, class,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.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Viết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hàm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dùng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chung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dự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án</a:t>
            </a:r>
            <a:endParaRPr lang="en-US" sz="24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Chiến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lược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MACD, SMA</a:t>
            </a:r>
            <a:endParaRPr lang="en-US" sz="24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Chiến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lược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ML, MACD, SMA</a:t>
            </a:r>
            <a:endParaRPr lang="en-US" sz="2400" b="1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Chứng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khoán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DNSE</a:t>
            </a:r>
            <a:endParaRPr lang="en-US" sz="2400" dirty="0" smtClean="0">
              <a:solidFill>
                <a:schemeClr val="tx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Bài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tập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: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Viết</a:t>
            </a:r>
            <a:r>
              <a:rPr lang="en-US" sz="2400" b="1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backtest</a:t>
            </a:r>
            <a:r>
              <a:rPr lang="en-US" sz="2400" b="1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2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chiến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lược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trên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với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initial_balance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là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100,000,000 VNĐ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i="0" u="none" strike="noStrike" cap="none" dirty="0" err="1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chứng</a:t>
            </a:r>
            <a:r>
              <a:rPr lang="en-US" sz="2400" i="0" u="none" strike="noStrike" cap="none" dirty="0" smtClean="0">
                <a:solidFill>
                  <a:schemeClr val="tx1"/>
                </a:solidFill>
                <a:latin typeface="+mn-lt"/>
                <a:ea typeface="Maven Pro"/>
                <a:cs typeface="Maven Pro"/>
                <a:sym typeface="Maven Pro"/>
              </a:rPr>
              <a:t> khoán</a:t>
            </a:r>
            <a:endParaRPr sz="2400" i="0" u="none" strike="noStrike" cap="none" dirty="0">
              <a:solidFill>
                <a:schemeClr val="tx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Tổ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chức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code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dự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án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8839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000"/>
            </a:pP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Tổ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chức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Calibri" panose="020F0502020204030204"/>
              </a:rPr>
              <a:t>module Common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chứa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các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file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dùng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chung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28436"/>
            <a:ext cx="6705600" cy="4823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Tổ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chức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code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dự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án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8839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000"/>
            </a:pP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Gọi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module Common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và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trả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về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dữ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liệu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8" y="1228437"/>
            <a:ext cx="6622472" cy="48185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Tổ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chức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code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dự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án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8839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000"/>
            </a:pP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Các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hàm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nằm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trong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Common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9515"/>
            <a:ext cx="8712566" cy="47950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US" sz="2400" b="0" i="0" u="none" strike="noStrike" cap="none" dirty="0" err="1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vi-VN" sz="2400" dirty="0">
                <a:solidFill>
                  <a:schemeClr val="bg1"/>
                </a:solidFill>
                <a:sym typeface="Calibri" panose="020F0502020204030204"/>
              </a:rPr>
              <a:t>Bollinger band và </a:t>
            </a:r>
            <a:r>
              <a:rPr lang="vi-VN" sz="2400" dirty="0" smtClean="0">
                <a:solidFill>
                  <a:schemeClr val="bg1"/>
                </a:solidFill>
                <a:sym typeface="Calibri" panose="020F0502020204030204"/>
              </a:rPr>
              <a:t>RSI</a:t>
            </a:r>
            <a:r>
              <a:rPr lang="vi-VN" sz="2400" b="0" i="0" u="none" strike="noStrike" cap="none" dirty="0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7066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000"/>
            </a:pPr>
            <a:r>
              <a:rPr lang="vi-VN" sz="2400" dirty="0">
                <a:solidFill>
                  <a:schemeClr val="tx1"/>
                </a:solidFill>
                <a:sym typeface="Calibri" panose="020F0502020204030204"/>
              </a:rPr>
              <a:t>Bollinger band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và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RSI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3" y="1237075"/>
            <a:ext cx="7047343" cy="5587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US" sz="2400" b="0" i="0" u="none" strike="noStrike" cap="none" dirty="0" err="1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dirty="0">
                <a:solidFill>
                  <a:schemeClr val="bg1"/>
                </a:solidFill>
                <a:sym typeface="Calibri" panose="020F0502020204030204"/>
              </a:rPr>
              <a:t>MACD </a:t>
            </a:r>
            <a:r>
              <a:rPr lang="en-US" sz="2400" dirty="0" err="1">
                <a:solidFill>
                  <a:schemeClr val="bg1"/>
                </a:solidFill>
                <a:sym typeface="Calibri" panose="020F0502020204030204"/>
              </a:rPr>
              <a:t>và</a:t>
            </a:r>
            <a:r>
              <a:rPr lang="en-US" sz="2400" dirty="0">
                <a:solidFill>
                  <a:schemeClr val="bg1"/>
                </a:solidFill>
                <a:sym typeface="Calibri" panose="020F0502020204030204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sym typeface="Calibri" panose="020F0502020204030204"/>
              </a:rPr>
              <a:t>SMA</a:t>
            </a:r>
            <a:endParaRPr lang="en-US" sz="2400" dirty="0">
              <a:solidFill>
                <a:schemeClr val="bg1"/>
              </a:solidFill>
              <a:sym typeface="Calibri" panose="020F050202020403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7066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MACD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và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SMA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0" y="1203030"/>
            <a:ext cx="6594762" cy="5645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157ca3184_0_7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Bài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tập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g24157ca3184_0_7"/>
          <p:cNvSpPr txBox="1"/>
          <p:nvPr/>
        </p:nvSpPr>
        <p:spPr>
          <a:xfrm>
            <a:off x="147782" y="775375"/>
            <a:ext cx="885905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000"/>
            </a:pP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Với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code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và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dữ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liệu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: </a:t>
            </a:r>
            <a:r>
              <a:rPr lang="en-US" sz="2400" dirty="0" err="1" smtClean="0">
                <a:solidFill>
                  <a:schemeClr val="tx1"/>
                </a:solidFill>
                <a:sym typeface="Calibri" panose="020F0502020204030204"/>
              </a:rPr>
              <a:t>Backtest</a:t>
            </a:r>
            <a:r>
              <a:rPr lang="en-US" sz="2400" dirty="0" smtClean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với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số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vốn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Calibri" panose="020F0502020204030204"/>
              </a:rPr>
              <a:t>là</a:t>
            </a:r>
            <a:r>
              <a:rPr lang="en-US" sz="2400" dirty="0">
                <a:solidFill>
                  <a:schemeClr val="tx1"/>
                </a:solidFill>
                <a:sym typeface="Calibri" panose="020F0502020204030204"/>
              </a:rPr>
              <a:t> 100,000,000</a:t>
            </a:r>
            <a:endParaRPr sz="2400" dirty="0">
              <a:solidFill>
                <a:schemeClr val="tx1"/>
              </a:solidFill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241975"/>
            <a:ext cx="8637633" cy="4655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WPS Presentation</Application>
  <PresentationFormat>On-screen Show (4:3)</PresentationFormat>
  <Paragraphs>62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Maven Pro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Đặng Trí Thanh</cp:lastModifiedBy>
  <cp:revision>65</cp:revision>
  <dcterms:created xsi:type="dcterms:W3CDTF">2021-10-18T16:01:00Z</dcterms:created>
  <dcterms:modified xsi:type="dcterms:W3CDTF">2025-10-29T13:10:44Z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D6C0DDE3F9E74618BE31CE5890BC5B3E_12</vt:lpwstr>
  </property>
  <property fmtid="{D5CDD505-2E9C-101B-9397-08002B2CF9AE}" pid="3" name="KSOProductBuildVer">
    <vt:lpwstr>1033-12.2.0.23131</vt:lpwstr>
  </property>
</Properties>
</file>